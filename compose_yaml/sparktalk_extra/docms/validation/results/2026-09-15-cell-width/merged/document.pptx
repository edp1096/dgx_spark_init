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CUM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4D73"/>
          </a:solidFill>
          <a:ln w="12700">
            <a:solidFill>
              <a:srgbClr val="264D73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셀 너비 검증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1310640"/>
        </p:xfrm>
        <a:graphic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43688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병합 제목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 hMerge="1"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설명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예시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병합 셀 너비 확인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1 /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셀 너비 검증</dc:title>
  <dc:subject>PptxGenJS Presentation</dc:subject>
  <dc:creator>SparkTalk</dc:creator>
  <cp:lastModifiedBy>SparkTalk</cp:lastModifiedBy>
  <cp:revision>1</cp:revision>
  <dcterms:created xsi:type="dcterms:W3CDTF">2026-09-15T11:03:48Z</dcterms:created>
  <dcterms:modified xsi:type="dcterms:W3CDTF">2026-09-15T11:03:48Z</dcterms:modified>
</cp:coreProperties>
</file>