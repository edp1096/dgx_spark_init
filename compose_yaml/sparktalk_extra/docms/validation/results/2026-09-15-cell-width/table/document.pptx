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CUMEN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64D73"/>
          </a:solidFill>
          <a:ln w="12700">
            <a:solidFill>
              <a:srgbClr val="264D73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64D73"/>
                </a:solidFill>
              </a:rPr>
              <a:t>셀 너비 검증</a:t>
            </a:r>
            <a:endParaRPr lang="en-US" sz="26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397000"/>
          <a:ext cx="10972800" cy="2407920"/>
        </p:xfrm>
        <a:graphic>
          <a:graphicData uri="http://schemas.openxmlformats.org/drawingml/2006/table">
            <a:tbl>
              <a:tblPr/>
              <a:tblGrid>
                <a:gridCol w="768096"/>
                <a:gridCol w="1207008"/>
                <a:gridCol w="2084832"/>
                <a:gridCol w="2523744"/>
                <a:gridCol w="4389120"/>
              </a:tblGrid>
              <a:tr h="401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구분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건립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역할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주요 건물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현재 상태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5"/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경복궁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건립 시기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역할 설명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주요 건물 설명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현재 상태를 설명하는 넓은 열입니다.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창덕궁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건립 시기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역할 설명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주요 건물 설명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현재 상태를 설명하는 넓은 열입니다.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창경궁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건립 시기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역할 설명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주요 건물 설명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현재 상태를 설명하는 넓은 열입니다.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경희궁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건립 시기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역할 설명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주요 건물 설명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현재 상태를 설명하는 넓은 열입니다.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덕수궁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건립 시기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역할 설명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주요 건물 설명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현재 상태를 설명하는 넓은 열입니다.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0414000" y="6473952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98B"/>
                </a:solidFill>
              </a:rPr>
              <a:t>1 / 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셀 너비 검증</dc:title>
  <dc:subject>PptxGenJS Presentation</dc:subject>
  <dc:creator>SparkTalk</dc:creator>
  <cp:lastModifiedBy>SparkTalk</cp:lastModifiedBy>
  <cp:revision>1</cp:revision>
  <dcterms:created xsi:type="dcterms:W3CDTF">2026-09-15T11:03:48Z</dcterms:created>
  <dcterms:modified xsi:type="dcterms:W3CDTF">2026-09-15T11:03:48Z</dcterms:modified>
</cp:coreProperties>
</file>