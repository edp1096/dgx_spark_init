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UM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4D73"/>
          </a:solidFill>
          <a:ln w="12700">
            <a:solidFill>
              <a:srgbClr val="264D7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궁궐 비교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2407920"/>
        </p:xfrm>
        <a:graphic>
          <a:graphicData uri="http://schemas.openxmlformats.org/drawingml/2006/table">
            <a:tbl>
              <a:tblPr/>
              <a:tblGrid>
                <a:gridCol w="877824"/>
                <a:gridCol w="1316736"/>
                <a:gridCol w="2194560"/>
                <a:gridCol w="2743200"/>
                <a:gridCol w="3840480"/>
              </a:tblGrid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경복궁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궁궐 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소개하는 비교용 설명입니다.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창덕궁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궁궐 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소개하는 비교용 설명입니다.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창경궁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궁궐 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소개하는 비교용 설명입니다.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경희궁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궁궐 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소개하는 비교용 설명입니다.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덕수궁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건립 시기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궁궐 역할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주요 건물 설명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현재 상태를 소개하는 비교용 설명입니다.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 배치 검증</dc:title>
  <dc:subject>PptxGenJS Presentation</dc:subject>
  <dc:creator>SparkTalk</dc:creator>
  <cp:lastModifiedBy>SparkTalk</cp:lastModifiedBy>
  <cp:revision>1</cp:revision>
  <dcterms:created xsi:type="dcterms:W3CDTF">2026-09-15T10:41:25Z</dcterms:created>
  <dcterms:modified xsi:type="dcterms:W3CDTF">2026-09-15T10:41:25Z</dcterms:modified>
</cp:coreProperties>
</file>