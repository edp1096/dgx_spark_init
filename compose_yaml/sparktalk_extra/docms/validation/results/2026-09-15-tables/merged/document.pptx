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UM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4D73"/>
          </a:solidFill>
          <a:ln w="12700">
            <a:solidFill>
              <a:srgbClr val="264D7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표 생성 검사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131064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3688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병합된 제목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 hMerge="1"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예시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병합 셀 너비 검증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 배치 검증</dc:title>
  <dc:subject>PptxGenJS Presentation</dc:subject>
  <dc:creator>SparkTalk</dc:creator>
  <cp:lastModifiedBy>SparkTalk</cp:lastModifiedBy>
  <cp:revision>1</cp:revision>
  <dcterms:created xsi:type="dcterms:W3CDTF">2026-09-15T10:41:25Z</dcterms:created>
  <dcterms:modified xsi:type="dcterms:W3CDTF">2026-09-15T10:41:25Z</dcterms:modified>
</cp:coreProperties>
</file>