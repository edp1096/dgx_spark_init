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CUM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64D73"/>
          </a:solidFill>
          <a:ln w="12700">
            <a:solidFill>
              <a:srgbClr val="264D73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19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29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43688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39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41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42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43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44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45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264D73"/>
                </a:solidFill>
              </a:rPr>
              <a:t>편집 가능한 표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97000"/>
          <a:ext cx="10972800" cy="26212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번호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내용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46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47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48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49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02830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검증 행 50</a:t>
                      </a:r>
                      <a:endParaRPr lang="en-US" sz="16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76200" marR="76200" marT="76200" marB="76200" anchor="t">
                    <a:lnL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C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417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028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FINAL_DOC_CHECK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414000" y="64739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98B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발표자료 실측</dc:title>
  <dc:subject>PptxGenJS Presentation</dc:subject>
  <dc:creator>SparkTalk</dc:creator>
  <cp:lastModifiedBy>SparkTalk</cp:lastModifiedBy>
  <cp:revision>1</cp:revision>
  <dcterms:created xsi:type="dcterms:W3CDTF">2026-09-15T08:45:54Z</dcterms:created>
  <dcterms:modified xsi:type="dcterms:W3CDTF">2026-09-15T08:45:54Z</dcterms:modified>
</cp:coreProperties>
</file>